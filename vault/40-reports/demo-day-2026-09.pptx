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Формат: ежемесячный ДЕМО День. Две части: что сделано в августе, что проверяем в сентябре.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потоков не смешиваем: продажа по рекомендации относится к премиальному потоку, трафик и ВК к воронке.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Ставка месяца: центральная гипотеза скрининга пока не подтверждена. Сентябрь должен дать первые данные по 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Благодарность по направлениям, без имён: так документ можно показывать любой аудитории.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 и обсуждение.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414451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4135374"/>
            <a:ext cx="4754880" cy="10081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685800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63440" y="6858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MainExperts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05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День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920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августа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планы на сентябрь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сентября 2026. Ежемесячная встреча команды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2245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Спикер</a:t>
            </a:r>
            <a:endParaRPr lang="en-US" sz="8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Игорь Агафонов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COO/CMO MainExperts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августа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результатов месяца: воронка получила реальный трафик и данные, продукт и продажи прошли первые живые проверки, финансы стали видны в системе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536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36829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Запущен платный трафик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27832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платные кампании запущены. Воронка получает реальный поток вместо тестового.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30552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130552" y="2240280"/>
            <a:ext cx="1536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06624" y="236829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06624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данные из ВК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3227832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Получены живые данные из рекламного кабинета ВК: реальные отклики аудитории вместо допущений.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803904" y="2240280"/>
            <a:ext cx="1536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9976" y="236829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941064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Пивот по скринингу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41064" y="3227832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Скрининг перестроен по первым данным. Гипотеза «скрининг оцифровывает страхи родителя» остаётся ставкой, проверяем её новой воронкой.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77256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477256" y="2240280"/>
            <a:ext cx="1536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3328" y="236829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53328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продажа по рекомендации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3227832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Проведена первая живая продажа по рекомендации как тест гипотезы премиального канала.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150608" y="2240280"/>
            <a:ext cx="153619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26680" y="236829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26680" y="23682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287768" y="2697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в админке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3227832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о прибылях и убытках встроен в админку платформы: финансовый результат виден без ручной сборки.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на сентябрь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B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проверки: воронка, партнёры, канал. Каждая с понятным результатом к следующему ДЕМО Дню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920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41401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4140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воронка со скринингом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новой воронки со скринингом на платном трафике. Проверяем центральную гипотезу: скрининг ведёт родителя к покупке диагностики.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560320" y="2286000"/>
            <a:ext cx="1920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41401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4140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Партнёрское направление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Упаковать партнёрское направление: предложение, условия, материалы, чтобы партнёр мог рекомендовать продукт без нашего участия.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1920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17171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241401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23560" y="24140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Телеграм-канал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273552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телеграм-канал как источник органического трафика и доверия для аудитории воронки.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148840"/>
            <a:ext cx="1874520" cy="1874520"/>
          </a:xfrm>
          <a:prstGeom prst="ellipse">
            <a:avLst/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2331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ставка месяца</a:t>
            </a:r>
            <a:endParaRPr lang="en-US" sz="10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 со</a:t>
            </a:r>
            <a:endParaRPr lang="en-US" sz="10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скринингом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красавцы.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Видно, как каждый вовлечён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свой блок задач.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август. Держим темп в сентябре.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32120" y="1600200"/>
            <a:ext cx="1417320" cy="1417320"/>
          </a:xfrm>
          <a:prstGeom prst="ellipse">
            <a:avLst/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600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600200"/>
            <a:ext cx="1417320" cy="1417320"/>
          </a:xfrm>
          <a:prstGeom prst="ellipse">
            <a:avLst/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600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32120" y="3291840"/>
            <a:ext cx="1417320" cy="1417320"/>
          </a:xfrm>
          <a:prstGeom prst="ellipse">
            <a:avLst/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3291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291840"/>
            <a:ext cx="1417320" cy="1417320"/>
          </a:xfrm>
          <a:prstGeom prst="ellipse">
            <a:avLst/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32918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0"/>
            <a:ext cx="5074920" cy="303352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9080" y="3024378"/>
            <a:ext cx="5074920" cy="21191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0" y="6400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Благодарю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внимание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3246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COO/CMO MainExperts</a:t>
            </a:r>
            <a:endParaRPr lang="en-US" sz="9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Игорь Агафонов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C8AA72"/>
          </a:solidFill>
          <a:ln w="12700">
            <a:solidFill>
              <a:srgbClr val="C8AA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411480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обсуждение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ДЕМО День MainExperts. Итоги августа и планы на сентябрь</dc:title>
  <dc:subject>PptxGenJS Presentation</dc:subject>
  <dc:creator>PptxGenJS</dc:creator>
  <cp:lastModifiedBy>PptxGenJS</cp:lastModifiedBy>
  <cp:revision>1</cp:revision>
  <dcterms:created xsi:type="dcterms:W3CDTF">2026-09-03T07:23:47Z</dcterms:created>
  <dcterms:modified xsi:type="dcterms:W3CDTF">2026-09-03T07:23:47Z</dcterms:modified>
</cp:coreProperties>
</file>